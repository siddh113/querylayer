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Instrument Sans Medium" panose="020B0604020202020204" charset="0"/>
      <p:regular r:id="rId11"/>
    </p:embeddedFont>
    <p:embeddedFont>
      <p:font typeface="Instrument Sans Semi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0" d="100"/>
          <a:sy n="70" d="100"/>
        </p:scale>
        <p:origin x="6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440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5760720" cy="8229600"/>
          </a:xfrm>
          <a:prstGeom prst="rect">
            <a:avLst/>
          </a:prstGeom>
          <a:solidFill>
            <a:srgbClr val="CEE6F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982" y="818793"/>
            <a:ext cx="4943951" cy="65920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191226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QueryLayer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2961203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AI generated backends in minutes</a:t>
            </a:r>
            <a:endParaRPr lang="en-US" sz="6150" dirty="0"/>
          </a:p>
        </p:txBody>
      </p:sp>
      <p:sp>
        <p:nvSpPr>
          <p:cNvPr id="6" name="Text 3"/>
          <p:cNvSpPr/>
          <p:nvPr/>
        </p:nvSpPr>
        <p:spPr>
          <a:xfrm>
            <a:off x="793790" y="525780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Build your backend without writing backend code.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5875853"/>
            <a:ext cx="2182892" cy="441484"/>
          </a:xfrm>
          <a:prstGeom prst="roundRect">
            <a:avLst>
              <a:gd name="adj" fmla="val 36993"/>
            </a:avLst>
          </a:prstGeom>
          <a:noFill/>
          <a:ln w="7620">
            <a:solidFill>
              <a:srgbClr val="84C1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7498" y="6005870"/>
            <a:ext cx="181451" cy="18145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09675" y="5951458"/>
            <a:ext cx="162329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DEVELOPER TOOL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5760720" cy="8229600"/>
          </a:xfrm>
          <a:prstGeom prst="rect">
            <a:avLst/>
          </a:prstGeom>
          <a:solidFill>
            <a:srgbClr val="CEE6F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982" y="818793"/>
            <a:ext cx="4943951" cy="65920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91261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Backend Is Still a Time Sink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793790" y="2670334"/>
            <a:ext cx="3664744" cy="2749987"/>
          </a:xfrm>
          <a:prstGeom prst="roundRect">
            <a:avLst>
              <a:gd name="adj" fmla="val 7424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1020604" y="2897148"/>
            <a:ext cx="32111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Days Lost on Infrastructure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3741896"/>
            <a:ext cx="3211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Developers spend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days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wiring up APIs, auth, and database schemas before writing a single line of product logic.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348" y="2670334"/>
            <a:ext cx="3664863" cy="2749987"/>
          </a:xfrm>
          <a:prstGeom prst="roundRect">
            <a:avLst>
              <a:gd name="adj" fmla="val 7424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4912162" y="28971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Repetitive by Design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912162" y="3387566"/>
            <a:ext cx="32112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Authentication, permissions, and CRUD endpoints are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boilerplate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 but every project rebuilds them from scratch.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93790" y="5647134"/>
            <a:ext cx="7556421" cy="1669852"/>
          </a:xfrm>
          <a:prstGeom prst="roundRect">
            <a:avLst>
              <a:gd name="adj" fmla="val 12225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1020604" y="58739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Innovation Blocked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20604" y="6364367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Time spent on infrastructure is time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not spent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on features, users, and product-market fit.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540907"/>
            <a:ext cx="4205168" cy="42051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59981" y="2225397"/>
            <a:ext cx="1593652" cy="426244"/>
          </a:xfrm>
          <a:prstGeom prst="roundRect">
            <a:avLst>
              <a:gd name="adj" fmla="val 38315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5696069" y="2293382"/>
            <a:ext cx="132147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559981" y="2742367"/>
            <a:ext cx="828413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Describe Your App. Get a Backend.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5559981" y="4386739"/>
            <a:ext cx="82841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QueryLayer generates a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complete, production ready backend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from plain English. No schema design. No endpoint wiring. No auth boilerplate.</a:t>
            </a:r>
            <a:endParaRPr lang="en-US" sz="17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990C97-15B8-CA1C-E257-EA982313C507}"/>
              </a:ext>
            </a:extLst>
          </p:cNvPr>
          <p:cNvSpPr/>
          <p:nvPr/>
        </p:nvSpPr>
        <p:spPr>
          <a:xfrm>
            <a:off x="12605657" y="7417083"/>
            <a:ext cx="1883229" cy="67491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619244"/>
            <a:ext cx="5582007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How It Works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81407" y="1756529"/>
            <a:ext cx="130675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Four steps from idea to live backend, no manual setup required.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4208" y="2358033"/>
            <a:ext cx="10161984" cy="4650819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97405" y="3519218"/>
            <a:ext cx="653371" cy="65337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15294" y="5904428"/>
            <a:ext cx="1907842" cy="367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Live APIs</a:t>
            </a:r>
            <a:endParaRPr lang="en-US" sz="2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05456" y="3520443"/>
            <a:ext cx="653370" cy="65337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10889" y="5720668"/>
            <a:ext cx="1907842" cy="735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Create Backend</a:t>
            </a:r>
            <a:endParaRPr lang="en-US" sz="23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14120" y="3520443"/>
            <a:ext cx="653370" cy="65337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219553" y="5720668"/>
            <a:ext cx="1907842" cy="735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Generate Spec</a:t>
            </a:r>
            <a:endParaRPr lang="en-US" sz="23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409717" y="3520443"/>
            <a:ext cx="653371" cy="653371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775947" y="5904428"/>
            <a:ext cx="1907842" cy="367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Natural Input</a:t>
            </a:r>
            <a:endParaRPr lang="en-US" sz="2300" dirty="0"/>
          </a:p>
        </p:txBody>
      </p:sp>
      <p:sp>
        <p:nvSpPr>
          <p:cNvPr id="13" name="Text 6"/>
          <p:cNvSpPr/>
          <p:nvPr/>
        </p:nvSpPr>
        <p:spPr>
          <a:xfrm>
            <a:off x="781407" y="7256026"/>
            <a:ext cx="130675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From a sentence to a fully functional backend in under a minute.</a:t>
            </a:r>
            <a:endParaRPr lang="en-US" sz="17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BD6DB7-632A-EE71-2ECF-417E838B729B}"/>
              </a:ext>
            </a:extLst>
          </p:cNvPr>
          <p:cNvSpPr/>
          <p:nvPr/>
        </p:nvSpPr>
        <p:spPr>
          <a:xfrm>
            <a:off x="12605657" y="7417083"/>
            <a:ext cx="1883229" cy="67491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3383"/>
            <a:ext cx="106524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Everything You Need, Nothing You Don't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515791"/>
            <a:ext cx="453628" cy="453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REST APIs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743325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Fully documented endpoints generated and live from the first request.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2515791"/>
            <a:ext cx="453628" cy="4536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Auth &amp; JWT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6884" y="3743325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Built-in authentication with secure token management no third-party deps.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922758"/>
            <a:ext cx="453628" cy="4536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56598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Database Schema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93790" y="6150293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Entities and relations inferred from your description. Migrations handled automatically.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56884" y="4922758"/>
            <a:ext cx="453628" cy="45362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56598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Access Control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456884" y="6150293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Role based permissions baked in. Define who can read, write, and delete.</a:t>
            </a:r>
            <a:endParaRPr lang="en-US" sz="17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0C5D70-5FF7-1E4C-A8F2-E66F0AC37DEF}"/>
              </a:ext>
            </a:extLst>
          </p:cNvPr>
          <p:cNvSpPr/>
          <p:nvPr/>
        </p:nvSpPr>
        <p:spPr>
          <a:xfrm>
            <a:off x="12605657" y="7427969"/>
            <a:ext cx="1883229" cy="67491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5760720" cy="8229600"/>
          </a:xfrm>
          <a:prstGeom prst="rect">
            <a:avLst/>
          </a:prstGeom>
          <a:solidFill>
            <a:srgbClr val="CEE6F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982" y="818793"/>
            <a:ext cx="4943951" cy="65920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76723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Why Now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793790" y="1816179"/>
            <a:ext cx="7556421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763310" y="1816179"/>
            <a:ext cx="121920" cy="1730812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1142524" y="2073473"/>
            <a:ext cx="39882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AI Can Finally Design Systems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42524" y="2563892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LLMs now understand structured system design well enough to generate accurate, consistent backend specs.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93790" y="3773805"/>
            <a:ext cx="7556421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763310" y="3773805"/>
            <a:ext cx="121920" cy="1730812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1142524" y="4031099"/>
            <a:ext cx="36280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Developers Demand Speed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42524" y="4521517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Ship faster or lose. The iteration cycle is the competitive advantage backend setup is a bottleneck.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93790" y="5731431"/>
            <a:ext cx="7556421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763310" y="5731431"/>
            <a:ext cx="121920" cy="1730812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1142524" y="5988725"/>
            <a:ext cx="31677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Existing Tools Fall Short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142524" y="6479143"/>
            <a:ext cx="69503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Supabase, Firebase, and Hasura still require manual schema work and configuration. QueryLayer skips all of it.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436" y="1354812"/>
            <a:ext cx="5891570" cy="5519857"/>
          </a:xfrm>
          <a:prstGeom prst="roundRect">
            <a:avLst>
              <a:gd name="adj" fmla="val 5917"/>
            </a:avLst>
          </a:prstGeom>
          <a:solidFill>
            <a:srgbClr val="000E2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857250" y="1581626"/>
            <a:ext cx="543794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Vision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857250" y="2517219"/>
            <a:ext cx="543794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Make backend development </a:t>
            </a:r>
            <a:r>
              <a:rPr lang="en-US" sz="175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invisible</a:t>
            </a:r>
            <a:r>
              <a:rPr lang="en-US" sz="17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Let developers focus entirely on product and user experience not infrastructure plumbing.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857250" y="3861078"/>
            <a:ext cx="3775591" cy="441484"/>
          </a:xfrm>
          <a:prstGeom prst="roundRect">
            <a:avLst>
              <a:gd name="adj" fmla="val 36993"/>
            </a:avLst>
          </a:prstGeom>
          <a:noFill/>
          <a:ln w="7620">
            <a:solidFill>
              <a:srgbClr val="84C1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000958" y="3936683"/>
            <a:ext cx="348817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INFRASTRUCTURE FOR AI-NATIVE APPS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46488" y="1950125"/>
            <a:ext cx="226814" cy="1057394"/>
          </a:xfrm>
          <a:prstGeom prst="roundRect">
            <a:avLst>
              <a:gd name="adj" fmla="val 9000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919674" y="1801297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89815" y="1971437"/>
            <a:ext cx="340162" cy="34016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826931" y="1836777"/>
            <a:ext cx="29295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Backend as a Thought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826931" y="2417921"/>
            <a:ext cx="601718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Describe it. It exists.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486650" y="3574613"/>
            <a:ext cx="226814" cy="1420297"/>
          </a:xfrm>
          <a:prstGeom prst="roundRect">
            <a:avLst>
              <a:gd name="adj" fmla="val 9000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7259836" y="3425785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29976" y="3595926"/>
            <a:ext cx="340162" cy="34016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167092" y="3461266"/>
            <a:ext cx="32102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Infrastructure Layer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8167092" y="4042410"/>
            <a:ext cx="56770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QueryLayer becomes the default backend for AI native applications.</a:t>
            </a:r>
            <a:endParaRPr lang="en-US" sz="1750" dirty="0"/>
          </a:p>
        </p:txBody>
      </p:sp>
      <p:sp>
        <p:nvSpPr>
          <p:cNvPr id="17" name="Shape 13"/>
          <p:cNvSpPr/>
          <p:nvPr/>
        </p:nvSpPr>
        <p:spPr>
          <a:xfrm>
            <a:off x="7826931" y="5562005"/>
            <a:ext cx="226814" cy="1057394"/>
          </a:xfrm>
          <a:prstGeom prst="roundRect">
            <a:avLst>
              <a:gd name="adj" fmla="val 90006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7600117" y="5413177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70257" y="5583317"/>
            <a:ext cx="340162" cy="34016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507373" y="5448657"/>
            <a:ext cx="38340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Every Developer, Every Stack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8507373" y="6029801"/>
            <a:ext cx="53367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Frontend only teams ship full-stack products.</a:t>
            </a:r>
            <a:endParaRPr lang="en-US" sz="17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AFC999-0BCB-3334-BA97-C77BF81C00AB}"/>
              </a:ext>
            </a:extLst>
          </p:cNvPr>
          <p:cNvSpPr/>
          <p:nvPr/>
        </p:nvSpPr>
        <p:spPr>
          <a:xfrm>
            <a:off x="12605657" y="7438855"/>
            <a:ext cx="1883229" cy="67491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5760720" cy="8229600"/>
          </a:xfrm>
          <a:prstGeom prst="rect">
            <a:avLst/>
          </a:prstGeom>
          <a:solidFill>
            <a:srgbClr val="CEE6FD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982" y="818793"/>
            <a:ext cx="4943951" cy="65920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820460"/>
            <a:ext cx="653557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Start Building in Minutes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186940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QueryLayer is in early access. Join the waitlist and be among the first to ship without a backend.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2850356"/>
            <a:ext cx="7556421" cy="2976801"/>
          </a:xfrm>
          <a:prstGeom prst="roundRect">
            <a:avLst>
              <a:gd name="adj" fmla="val 6858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793790" y="2850356"/>
            <a:ext cx="3778210" cy="1669852"/>
          </a:xfrm>
          <a:prstGeom prst="roundRect">
            <a:avLst>
              <a:gd name="adj" fmla="val 12225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020604" y="30771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🌐</a:t>
            </a: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Try the Demo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0604" y="3567589"/>
            <a:ext cx="33245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See a backend generated from a single sentence.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4572000" y="2850356"/>
            <a:ext cx="3778210" cy="1669852"/>
          </a:xfrm>
          <a:prstGeom prst="rect">
            <a:avLst/>
          </a:prstGeom>
          <a:solidFill>
            <a:srgbClr val="CEE6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4572000" y="2850356"/>
            <a:ext cx="30480" cy="1669852"/>
          </a:xfrm>
          <a:prstGeom prst="roundRect">
            <a:avLst>
              <a:gd name="adj" fmla="val 669768"/>
            </a:avLst>
          </a:prstGeom>
          <a:solidFill>
            <a:srgbClr val="B4CCE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4798814" y="30771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📄</a:t>
            </a: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Read the Docs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798814" y="3567589"/>
            <a:ext cx="33245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Full API reference and integration guides.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793790" y="4520208"/>
            <a:ext cx="7556421" cy="1306949"/>
          </a:xfrm>
          <a:prstGeom prst="rect">
            <a:avLst/>
          </a:prstGeom>
          <a:solidFill>
            <a:srgbClr val="CEE6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793790" y="4520208"/>
            <a:ext cx="7556421" cy="30480"/>
          </a:xfrm>
          <a:prstGeom prst="roundRect">
            <a:avLst>
              <a:gd name="adj" fmla="val 669768"/>
            </a:avLst>
          </a:prstGeom>
          <a:solidFill>
            <a:srgbClr val="B4CCE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1020604" y="47470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✉️</a:t>
            </a: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 Get Early Access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020604" y="5237440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Limited spots for founding users.</a:t>
            </a:r>
            <a:endParaRPr lang="en-US" sz="1750" dirty="0"/>
          </a:p>
        </p:txBody>
      </p:sp>
      <p:sp>
        <p:nvSpPr>
          <p:cNvPr id="18" name="Shape 15"/>
          <p:cNvSpPr/>
          <p:nvPr/>
        </p:nvSpPr>
        <p:spPr>
          <a:xfrm>
            <a:off x="793790" y="6082308"/>
            <a:ext cx="7556421" cy="1326713"/>
          </a:xfrm>
          <a:prstGeom prst="roundRect">
            <a:avLst>
              <a:gd name="adj" fmla="val 15387"/>
            </a:avLst>
          </a:prstGeom>
          <a:solidFill>
            <a:srgbClr val="B5DAF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04" y="6426398"/>
            <a:ext cx="283488" cy="22681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530906" y="6365796"/>
            <a:ext cx="659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QueryLayer</a:t>
            </a: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an AI-generated backends in minutes. </a:t>
            </a:r>
            <a:r>
              <a:rPr lang="en-US" sz="1750" dirty="0">
                <a:solidFill>
                  <a:schemeClr val="accent2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querylayer.ai</a:t>
            </a:r>
            <a:endParaRPr lang="en-US" sz="175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426</Words>
  <Application>Microsoft Office PowerPoint</Application>
  <PresentationFormat>Custom</PresentationFormat>
  <Paragraphs>63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Instrument Sans Semi Bold</vt:lpstr>
      <vt:lpstr>Instrument Sans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Siddharth Kenia</cp:lastModifiedBy>
  <cp:revision>2</cp:revision>
  <dcterms:created xsi:type="dcterms:W3CDTF">2026-04-30T03:08:22Z</dcterms:created>
  <dcterms:modified xsi:type="dcterms:W3CDTF">2026-05-01T02:20:04Z</dcterms:modified>
</cp:coreProperties>
</file>